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53" autoAdjust="0"/>
    <p:restoredTop sz="94624" autoAdjust="0"/>
  </p:normalViewPr>
  <p:slideViewPr>
    <p:cSldViewPr>
      <p:cViewPr varScale="1">
        <p:scale>
          <a:sx n="69" d="100"/>
          <a:sy n="69" d="100"/>
        </p:scale>
        <p:origin x="-138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Android Audio HAL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Connects higher-level, audio-specific framework APIs in </a:t>
            </a:r>
            <a:r>
              <a:rPr lang="en-US" sz="2800" dirty="0" err="1" smtClean="0"/>
              <a:t>android.media</a:t>
            </a:r>
            <a:r>
              <a:rPr lang="en-US" sz="2800" dirty="0" smtClean="0"/>
              <a:t> to the underlying audio driver and hardware </a:t>
            </a:r>
          </a:p>
          <a:p>
            <a:r>
              <a:rPr lang="en-US" sz="2800" dirty="0" smtClean="0"/>
              <a:t> Defines standard interface that audio services call into and that you must implement for your audio hardware to function correctly </a:t>
            </a:r>
          </a:p>
          <a:p>
            <a:r>
              <a:rPr lang="en-US" sz="2800" dirty="0" smtClean="0"/>
              <a:t>Interfaces are located in hardware/</a:t>
            </a:r>
            <a:r>
              <a:rPr lang="en-US" sz="2800" dirty="0" err="1" smtClean="0"/>
              <a:t>libhardware</a:t>
            </a:r>
            <a:r>
              <a:rPr lang="en-US" sz="2800" dirty="0" smtClean="0"/>
              <a:t>/include/hardware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 layer view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55730" y="1600200"/>
            <a:ext cx="683254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 Implementation steps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Implement interfaces described in </a:t>
            </a:r>
            <a:r>
              <a:rPr lang="en-US" sz="2800" dirty="0" err="1" smtClean="0"/>
              <a:t>audio.h</a:t>
            </a:r>
            <a:r>
              <a:rPr lang="en-US" sz="2800" dirty="0" smtClean="0"/>
              <a:t>, </a:t>
            </a:r>
            <a:r>
              <a:rPr lang="en-US" sz="2800" dirty="0" err="1" smtClean="0"/>
              <a:t>audio_effect.h</a:t>
            </a:r>
            <a:r>
              <a:rPr lang="en-US" sz="2800" dirty="0" smtClean="0"/>
              <a:t> files </a:t>
            </a:r>
          </a:p>
          <a:p>
            <a:endParaRPr lang="en-US" sz="2800" dirty="0" smtClean="0"/>
          </a:p>
          <a:p>
            <a:r>
              <a:rPr lang="en-US" sz="2800" dirty="0" smtClean="0"/>
              <a:t> Create an audio policy configuration file – Describe audio topology and package the HAL implementation into a shared library</a:t>
            </a:r>
          </a:p>
          <a:p>
            <a:endParaRPr lang="en-US" sz="2800" dirty="0" smtClean="0"/>
          </a:p>
          <a:p>
            <a:r>
              <a:rPr lang="en-US" sz="2800" dirty="0" smtClean="0"/>
              <a:t> Configure pre-processing effects such as automatic gain control and noise suppression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 Interfaces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Main functions - – hardware/</a:t>
            </a:r>
            <a:r>
              <a:rPr lang="en-US" sz="2400" dirty="0" err="1" smtClean="0"/>
              <a:t>libhardware</a:t>
            </a:r>
            <a:r>
              <a:rPr lang="en-US" sz="2400" dirty="0" smtClean="0"/>
              <a:t>/include/hardware/</a:t>
            </a:r>
            <a:r>
              <a:rPr lang="en-US" sz="2400" dirty="0" err="1" smtClean="0"/>
              <a:t>audio.h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audio_stream_t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stream_callback_t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audio_stream_out_t</a:t>
            </a:r>
            <a:r>
              <a:rPr lang="en-US" sz="2400" dirty="0" smtClean="0"/>
              <a:t> 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audio_stream_in_t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audio_hw_device_t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Effects (</a:t>
            </a:r>
            <a:r>
              <a:rPr lang="en-US" sz="2400" dirty="0" err="1" smtClean="0"/>
              <a:t>downmixing</a:t>
            </a:r>
            <a:r>
              <a:rPr lang="en-US" sz="2400" dirty="0" smtClean="0"/>
              <a:t>, echo, or noise suppression) </a:t>
            </a:r>
          </a:p>
          <a:p>
            <a:pPr>
              <a:buNone/>
            </a:pPr>
            <a:r>
              <a:rPr lang="en-US" sz="2400" dirty="0" smtClean="0"/>
              <a:t>     – hardware/</a:t>
            </a:r>
            <a:r>
              <a:rPr lang="en-US" sz="2400" dirty="0" err="1" smtClean="0"/>
              <a:t>libhardware</a:t>
            </a:r>
            <a:r>
              <a:rPr lang="en-US" sz="2400" dirty="0" smtClean="0"/>
              <a:t>/include/hardware/</a:t>
            </a:r>
            <a:r>
              <a:rPr lang="en-US" sz="2400" dirty="0" err="1" smtClean="0"/>
              <a:t>audio_effect.h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audio_effect_library_t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     – </a:t>
            </a:r>
            <a:r>
              <a:rPr lang="en-US" sz="2400" dirty="0" err="1" smtClean="0"/>
              <a:t>struct</a:t>
            </a:r>
            <a:r>
              <a:rPr lang="en-US" sz="2400" dirty="0" smtClean="0"/>
              <a:t> </a:t>
            </a:r>
            <a:r>
              <a:rPr lang="en-US" sz="2400" dirty="0" err="1" smtClean="0"/>
              <a:t>effect_interface_s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Audio policy configuration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err="1" smtClean="0"/>
              <a:t>Naugat</a:t>
            </a:r>
            <a:r>
              <a:rPr lang="en-US" sz="2800" dirty="0" smtClean="0"/>
              <a:t> introduced new XML based audio policy – New audio policy configuration file audio_policy_configuration.xml – Location : /system/etc – Include build option USE_XML_AUDIO_POLICY_CONF := 1 in device </a:t>
            </a:r>
            <a:r>
              <a:rPr lang="en-US" sz="2800" dirty="0" err="1" smtClean="0"/>
              <a:t>makefile</a:t>
            </a:r>
            <a:r>
              <a:rPr lang="en-US" sz="2800" dirty="0" smtClean="0"/>
              <a:t> </a:t>
            </a:r>
          </a:p>
          <a:p>
            <a:endParaRPr lang="en-US" sz="2800" dirty="0" smtClean="0"/>
          </a:p>
          <a:p>
            <a:r>
              <a:rPr lang="en-US" sz="2800" dirty="0" smtClean="0"/>
              <a:t> Old policy (</a:t>
            </a:r>
            <a:r>
              <a:rPr lang="en-US" sz="2800" dirty="0" err="1" smtClean="0"/>
              <a:t>audio_policy.conf</a:t>
            </a:r>
            <a:r>
              <a:rPr lang="en-US" sz="2800" dirty="0" smtClean="0"/>
              <a:t>) is deprecated – Location : device///audio/</a:t>
            </a:r>
            <a:r>
              <a:rPr lang="en-US" sz="2800" dirty="0" err="1" smtClean="0"/>
              <a:t>audio_policy.conf</a:t>
            </a:r>
            <a:r>
              <a:rPr lang="en-US" sz="2800" dirty="0" smtClean="0"/>
              <a:t> – 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XML files from other folders can be included using </a:t>
            </a:r>
            <a:r>
              <a:rPr lang="en-US" dirty="0" err="1" smtClean="0"/>
              <a:t>Xinclude</a:t>
            </a:r>
            <a:r>
              <a:rPr lang="en-US" dirty="0" smtClean="0"/>
              <a:t> element – Example : </a:t>
            </a:r>
          </a:p>
          <a:p>
            <a:r>
              <a:rPr lang="en-US" dirty="0" smtClean="0"/>
              <a:t>Audio policy files – A2DP: a2dp_audio_policy_configuration.xml – </a:t>
            </a:r>
          </a:p>
          <a:p>
            <a:r>
              <a:rPr lang="en-US" dirty="0" smtClean="0"/>
              <a:t>Reroute </a:t>
            </a:r>
            <a:r>
              <a:rPr lang="en-US" dirty="0" err="1" smtClean="0"/>
              <a:t>submix</a:t>
            </a:r>
            <a:r>
              <a:rPr lang="en-US" dirty="0" smtClean="0"/>
              <a:t>: rsubmix_audio_policy_configuration.xml – USB: </a:t>
            </a:r>
            <a:r>
              <a:rPr lang="en-US" dirty="0" err="1" smtClean="0"/>
              <a:t>usb_audio_policy_configuration.xm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XML based policy)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 Audio profiles are now structured similar to HDMI Simple Audio Descriptors and enable a different set of sampling rates/channel masks for each audio format .</a:t>
            </a:r>
          </a:p>
          <a:p>
            <a:r>
              <a:rPr lang="en-US" dirty="0" smtClean="0"/>
              <a:t> Explicit definitions of all possible connections between devices and streams</a:t>
            </a:r>
          </a:p>
          <a:p>
            <a:pPr>
              <a:buNone/>
            </a:pPr>
            <a:r>
              <a:rPr lang="en-US" dirty="0" smtClean="0"/>
              <a:t>       – Previously, an implicit rule made it possible to interconnect all devices attached to the same HAL module, preventing audio policy from controlling connections requested with audio patch APIs </a:t>
            </a:r>
          </a:p>
          <a:p>
            <a:pPr>
              <a:buNone/>
            </a:pPr>
            <a:r>
              <a:rPr lang="en-US" dirty="0" smtClean="0"/>
              <a:t>      – In XML format, topology description now defines connection limitations </a:t>
            </a:r>
          </a:p>
          <a:p>
            <a:r>
              <a:rPr lang="en-US" dirty="0" smtClean="0"/>
              <a:t> Support for includes avoids repeating standard A2DP, USB, or reroute submit definitions </a:t>
            </a:r>
          </a:p>
          <a:p>
            <a:r>
              <a:rPr lang="en-US" dirty="0" smtClean="0"/>
              <a:t>Customizable volume curves</a:t>
            </a:r>
          </a:p>
          <a:p>
            <a:pPr>
              <a:buNone/>
            </a:pPr>
            <a:r>
              <a:rPr lang="en-US" dirty="0" smtClean="0"/>
              <a:t>      – Previously, volume tables were hard-coded </a:t>
            </a:r>
          </a:p>
          <a:p>
            <a:pPr>
              <a:buNone/>
            </a:pPr>
            <a:r>
              <a:rPr lang="en-US" dirty="0" smtClean="0"/>
              <a:t>      – In XML format, volume tables are described and can be customized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HAL MODULE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Audio module shall be initialized as mentioned below </a:t>
            </a:r>
          </a:p>
          <a:p>
            <a:r>
              <a:rPr lang="en-US" dirty="0" smtClean="0"/>
              <a:t> Name shall be HAL_MODULE_INFO_SYM</a:t>
            </a:r>
          </a:p>
          <a:p>
            <a:r>
              <a:rPr lang="en-US" dirty="0" smtClean="0"/>
              <a:t> The </a:t>
            </a:r>
            <a:r>
              <a:rPr lang="en-US" dirty="0" err="1" smtClean="0"/>
              <a:t>hal_module_methods</a:t>
            </a:r>
            <a:r>
              <a:rPr lang="en-US" dirty="0" smtClean="0"/>
              <a:t> points to open function</a:t>
            </a:r>
          </a:p>
          <a:p>
            <a:pPr>
              <a:buNone/>
            </a:pPr>
            <a:r>
              <a:rPr lang="en-US" sz="2800" dirty="0" smtClean="0"/>
              <a:t>    </a:t>
            </a:r>
            <a:r>
              <a:rPr lang="en-US" sz="2800" dirty="0" err="1" smtClean="0"/>
              <a:t>struct</a:t>
            </a:r>
            <a:r>
              <a:rPr lang="en-US" sz="2800" dirty="0" smtClean="0"/>
              <a:t> </a:t>
            </a:r>
            <a:r>
              <a:rPr lang="en-US" sz="2800" dirty="0" err="1" smtClean="0"/>
              <a:t>audio_module</a:t>
            </a:r>
            <a:r>
              <a:rPr lang="en-US" sz="2800" dirty="0" smtClean="0"/>
              <a:t> HAL_MODULE_INFO_SYM = { </a:t>
            </a:r>
          </a:p>
          <a:p>
            <a:pPr>
              <a:buNone/>
            </a:pPr>
            <a:r>
              <a:rPr lang="en-US" sz="2800" dirty="0" smtClean="0"/>
              <a:t>      .common = { </a:t>
            </a:r>
          </a:p>
          <a:p>
            <a:pPr>
              <a:buNone/>
            </a:pPr>
            <a:r>
              <a:rPr lang="en-US" sz="2800" dirty="0" smtClean="0"/>
              <a:t>      .tag = HARDWARE_MODULE_TAG, </a:t>
            </a:r>
          </a:p>
          <a:p>
            <a:pPr>
              <a:buNone/>
            </a:pPr>
            <a:r>
              <a:rPr lang="en-US" sz="2800" dirty="0" smtClean="0"/>
              <a:t>      .</a:t>
            </a:r>
            <a:r>
              <a:rPr lang="en-US" sz="2800" dirty="0" err="1" smtClean="0"/>
              <a:t>module_api_version</a:t>
            </a:r>
            <a:r>
              <a:rPr lang="en-US" sz="2800" dirty="0" smtClean="0"/>
              <a:t> = AUDIO_MODULE_API_VERSION_0_1,    </a:t>
            </a:r>
          </a:p>
          <a:p>
            <a:pPr>
              <a:buNone/>
            </a:pPr>
            <a:r>
              <a:rPr lang="en-US" sz="2800" dirty="0" smtClean="0"/>
              <a:t>      .</a:t>
            </a:r>
            <a:r>
              <a:rPr lang="en-US" sz="2800" dirty="0" err="1" smtClean="0"/>
              <a:t>hal_api_version</a:t>
            </a:r>
            <a:r>
              <a:rPr lang="en-US" sz="2800" dirty="0" smtClean="0"/>
              <a:t> = HARDWARE_HAL_API_VERSION,</a:t>
            </a:r>
          </a:p>
          <a:p>
            <a:pPr>
              <a:buNone/>
            </a:pPr>
            <a:r>
              <a:rPr lang="en-US" sz="2800" dirty="0" smtClean="0"/>
              <a:t>      .id = AUDIO_HARDWARE_MODULE_ID, </a:t>
            </a:r>
          </a:p>
          <a:p>
            <a:pPr>
              <a:buNone/>
            </a:pPr>
            <a:r>
              <a:rPr lang="en-US" sz="2800" dirty="0" smtClean="0"/>
              <a:t>      .name = "Raspberry Pi Audio HW HAL",</a:t>
            </a:r>
          </a:p>
          <a:p>
            <a:pPr>
              <a:buNone/>
            </a:pPr>
            <a:r>
              <a:rPr lang="en-US" sz="2800" dirty="0" smtClean="0"/>
              <a:t>      .author = "The Android Open Source Project",</a:t>
            </a:r>
          </a:p>
          <a:p>
            <a:pPr>
              <a:buNone/>
            </a:pPr>
            <a:r>
              <a:rPr lang="en-US" sz="2800" dirty="0" smtClean="0"/>
              <a:t>      .methods = &amp;</a:t>
            </a:r>
            <a:r>
              <a:rPr lang="en-US" sz="2800" dirty="0" err="1" smtClean="0"/>
              <a:t>hal_module_methods</a:t>
            </a:r>
            <a:r>
              <a:rPr lang="en-US" sz="2800" dirty="0" smtClean="0"/>
              <a:t>,</a:t>
            </a:r>
          </a:p>
          <a:p>
            <a:pPr>
              <a:buNone/>
            </a:pPr>
            <a:r>
              <a:rPr lang="en-US" sz="2800" dirty="0" smtClean="0"/>
              <a:t> }, </a:t>
            </a:r>
          </a:p>
          <a:p>
            <a:pPr>
              <a:buNone/>
            </a:pPr>
            <a:r>
              <a:rPr lang="en-US" sz="2800" dirty="0" smtClean="0"/>
              <a:t>};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TINY ALSA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 smtClean="0"/>
              <a:t>ALSA is an open source sound architecture for Linux </a:t>
            </a:r>
          </a:p>
          <a:p>
            <a:r>
              <a:rPr lang="en-US" sz="2800" dirty="0" err="1" smtClean="0"/>
              <a:t>TinyALSA</a:t>
            </a:r>
            <a:r>
              <a:rPr lang="en-US" sz="2800" dirty="0" smtClean="0"/>
              <a:t> is a small ALSA library aimed to be used in Android </a:t>
            </a:r>
          </a:p>
          <a:p>
            <a:r>
              <a:rPr lang="en-US" sz="2800" dirty="0" smtClean="0"/>
              <a:t>Source code is available in “external/</a:t>
            </a:r>
            <a:r>
              <a:rPr lang="en-US" sz="2800" dirty="0" err="1" smtClean="0"/>
              <a:t>tinyalsa</a:t>
            </a:r>
            <a:r>
              <a:rPr lang="en-US" sz="2800" dirty="0" smtClean="0"/>
              <a:t>” directory </a:t>
            </a:r>
          </a:p>
          <a:p>
            <a:r>
              <a:rPr lang="en-US" sz="2800" dirty="0" smtClean="0"/>
              <a:t> Utility executables </a:t>
            </a:r>
          </a:p>
          <a:p>
            <a:pPr>
              <a:buNone/>
            </a:pPr>
            <a:r>
              <a:rPr lang="en-US" sz="2800" dirty="0" smtClean="0"/>
              <a:t>     – </a:t>
            </a:r>
            <a:r>
              <a:rPr lang="en-US" sz="2800" dirty="0" err="1" smtClean="0"/>
              <a:t>tinyplay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     – </a:t>
            </a:r>
            <a:r>
              <a:rPr lang="en-US" sz="2800" dirty="0" err="1" smtClean="0"/>
              <a:t>tinymix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     – </a:t>
            </a:r>
            <a:r>
              <a:rPr lang="en-US" sz="2800" dirty="0" err="1" smtClean="0"/>
              <a:t>tinycap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800" dirty="0" smtClean="0"/>
              <a:t>     – </a:t>
            </a:r>
            <a:r>
              <a:rPr lang="en-US" sz="2800" dirty="0" err="1" smtClean="0"/>
              <a:t>Tinypcminfo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 Shared library - </a:t>
            </a:r>
            <a:r>
              <a:rPr lang="en-US" sz="2800" dirty="0" err="1" smtClean="0"/>
              <a:t>libtinyalsa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ALSA ARCHITECTURE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admin\Desktop\ALSAOverview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95400"/>
            <a:ext cx="9144000" cy="556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479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Android Audio HAL</vt:lpstr>
      <vt:lpstr>Hal layer view</vt:lpstr>
      <vt:lpstr>Hal Implementation steps </vt:lpstr>
      <vt:lpstr>HAL Interfaces </vt:lpstr>
      <vt:lpstr>Audio policy configuration</vt:lpstr>
      <vt:lpstr>Slide 6</vt:lpstr>
      <vt:lpstr>Advantages of XML based policy)</vt:lpstr>
      <vt:lpstr>HAL MODULE</vt:lpstr>
      <vt:lpstr>TINY ALSA </vt:lpstr>
      <vt:lpstr>ALSA ARCHITECTURE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Audio HAL</dc:title>
  <dc:creator>admin</dc:creator>
  <cp:lastModifiedBy>admin</cp:lastModifiedBy>
  <cp:revision>9</cp:revision>
  <dcterms:created xsi:type="dcterms:W3CDTF">2006-08-16T00:00:00Z</dcterms:created>
  <dcterms:modified xsi:type="dcterms:W3CDTF">2021-03-29T11:29:44Z</dcterms:modified>
</cp:coreProperties>
</file>